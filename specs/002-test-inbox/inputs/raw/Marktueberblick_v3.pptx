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Marktüberblick Angebotsverfolgung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 20.08.2026</a:t>
            </a:r>
          </a:p>
          <a:p>
            <a:r>
              <a:t>Erstellt: Vertrieb (Sabine)</a:t>
            </a:r>
          </a:p>
          <a:p>
            <a:r>
              <a:t>Grundlage: 6 Gespräche, 3 Wettbewerber-Websites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Wettbewerber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HandwerkOffice: Komplettpaket, 89 €/Monat, Angebotsverfolgung als Nebenfunktion</a:t>
            </a:r>
          </a:p>
          <a:p>
            <a:r>
              <a:t>Craftnote: Baustellen-Doku, keine Angebotsverfolgung</a:t>
            </a:r>
          </a:p>
          <a:p>
            <a:r>
              <a:t>Excel-Listen: der eigentliche Wettbewerber, kostenlos, nervig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Preisspannen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Betriebe zahlen heute 0 € (Excel) bis 89 €/Monat (Komplettpaket)</a:t>
            </a:r>
          </a:p>
          <a:p>
            <a:r>
              <a:t>Schmerzgrenze laut Gesprächen: 20–30 €/Monat für ein Einzelwerkzeug</a:t>
            </a:r>
          </a:p>
          <a:p>
            <a:r>
              <a:t>Zahlungsbereitschaft steigt, wenn ein verlorenes Angebot sichtbar wird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Zielgruppe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Handwerksbetriebe allgemein: Maler, Dachdecker, GaLaBau, SHK</a:t>
            </a:r>
          </a:p>
          <a:p>
            <a:r>
              <a:t>Größe 3 bis 100 Mitarbeiter</a:t>
            </a:r>
          </a:p>
          <a:p>
            <a:r>
              <a:t>Einstieg über GaLaBau, weil dort die Kontakte sind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Kunden fordern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Angebot als Foto oder PDF ablegen, nicht abtippen</a:t>
            </a:r>
          </a:p>
          <a:p>
            <a:r>
              <a:t>Erinnerung per Push oder E-Mail</a:t>
            </a:r>
          </a:p>
          <a:p>
            <a:r>
              <a:t>Zwei Klicks bis zum Status</a:t>
            </a:r>
          </a:p>
          <a:p>
            <a:r>
              <a:t>Chef will Trefferquote sehen: wie viele Angebote werden Aufträge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 bis Oktober</a:t>
            </a:r>
          </a:p>
          <a:p>
            <a:r>
              <a:t>Zwei Pilotbetriebe: Grünwerk GmbH, Weber Gartenbau</a:t>
            </a:r>
          </a:p>
          <a:p>
            <a:r>
              <a:t>Preis erst nach Pilot festlegen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